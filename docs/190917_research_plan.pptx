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748"/>
    <p:restoredTop sz="94679"/>
  </p:normalViewPr>
  <p:slideViewPr>
    <p:cSldViewPr snapToGrid="0" snapToObjects="1">
      <p:cViewPr varScale="1">
        <p:scale>
          <a:sx n="63" d="100"/>
          <a:sy n="63" d="100"/>
        </p:scale>
        <p:origin x="1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03106"/>
            <a:ext cx="10363200" cy="426120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28637"/>
            <a:ext cx="9144000" cy="2955075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47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19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51410"/>
            <a:ext cx="10515600" cy="50913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90919"/>
            <a:ext cx="10515600" cy="267741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80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58233"/>
            <a:ext cx="5181600" cy="776593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58233"/>
            <a:ext cx="5181600" cy="776593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43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51649"/>
            <a:ext cx="10515600" cy="236576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000409"/>
            <a:ext cx="5157787" cy="147045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70863"/>
            <a:ext cx="5157787" cy="65759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000409"/>
            <a:ext cx="5183188" cy="147045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70863"/>
            <a:ext cx="5183188" cy="65759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74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128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34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5975"/>
            <a:ext cx="3932237" cy="285591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62282"/>
            <a:ext cx="6172200" cy="86980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71887"/>
            <a:ext cx="3932237" cy="680262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64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5975"/>
            <a:ext cx="3932237" cy="285591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62282"/>
            <a:ext cx="6172200" cy="86980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71887"/>
            <a:ext cx="3932237" cy="680262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4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293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51647"/>
            <a:ext cx="2628900" cy="1037251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51647"/>
            <a:ext cx="7734300" cy="1037251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4178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51649"/>
            <a:ext cx="10515600" cy="236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58233"/>
            <a:ext cx="10515600" cy="776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44322"/>
            <a:ext cx="2743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DD4E6-0155-424F-A4C0-10707399DF25}" type="datetimeFigureOut">
              <a:rPr kumimoji="1" lang="ja-JP" altLang="en-US" smtClean="0"/>
              <a:t>2019/9/17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44322"/>
            <a:ext cx="41148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344322"/>
            <a:ext cx="2743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FC747-E065-B74D-840A-5CB757658A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606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kumimoji="1"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69C164-0380-8443-A430-448B17C1BD43}"/>
              </a:ext>
            </a:extLst>
          </p:cNvPr>
          <p:cNvSpPr/>
          <p:nvPr/>
        </p:nvSpPr>
        <p:spPr>
          <a:xfrm>
            <a:off x="1430500" y="1160054"/>
            <a:ext cx="6114425" cy="1504726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Annual </a:t>
            </a:r>
            <a:r>
              <a:rPr lang="en-US" altLang="ja-JP" dirty="0" err="1"/>
              <a:t>SWx</a:t>
            </a:r>
            <a:r>
              <a:rPr lang="en-US" altLang="ja-JP" dirty="0"/>
              <a:t> activity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CME + </a:t>
            </a:r>
            <a:r>
              <a:rPr lang="en-US" altLang="ja-JP" dirty="0" err="1"/>
              <a:t>Dst</a:t>
            </a:r>
            <a:r>
              <a:rPr lang="en-US" altLang="ja-JP" dirty="0"/>
              <a:t>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Annual max? annual mean? Or others?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Annual fluence of proton or electron?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Easy to access the data (omni web) </a:t>
            </a:r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BDE7FBB-65AE-D442-BB56-6D87D8035AD8}"/>
              </a:ext>
            </a:extLst>
          </p:cNvPr>
          <p:cNvSpPr/>
          <p:nvPr/>
        </p:nvSpPr>
        <p:spPr>
          <a:xfrm>
            <a:off x="3462231" y="8270653"/>
            <a:ext cx="1997337" cy="72560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Assets in operation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41B741C-EC17-F444-8C9B-5991AF7B6A4F}"/>
              </a:ext>
            </a:extLst>
          </p:cNvPr>
          <p:cNvSpPr/>
          <p:nvPr/>
        </p:nvSpPr>
        <p:spPr>
          <a:xfrm>
            <a:off x="2896655" y="5137475"/>
            <a:ext cx="3182113" cy="2029444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Probability of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Cumulative log normal distribution or linear?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In either way, there are 2 free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Age vs. prob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TID vs. prob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1CEC643-0161-054B-A633-7B7AE30CE8EF}"/>
              </a:ext>
            </a:extLst>
          </p:cNvPr>
          <p:cNvSpPr/>
          <p:nvPr/>
        </p:nvSpPr>
        <p:spPr>
          <a:xfrm>
            <a:off x="6431424" y="7308035"/>
            <a:ext cx="1997337" cy="397495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Dead assets</a:t>
            </a:r>
            <a:endParaRPr lang="ja-JP" altLang="en-US"/>
          </a:p>
        </p:txBody>
      </p:sp>
      <p:cxnSp>
        <p:nvCxnSpPr>
          <p:cNvPr id="9" name="カギ線コネクタ 8">
            <a:extLst>
              <a:ext uri="{FF2B5EF4-FFF2-40B4-BE49-F238E27FC236}">
                <a16:creationId xmlns:a16="http://schemas.microsoft.com/office/drawing/2014/main" id="{693C12A6-5357-2147-929F-F4079A3144EC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5289636" y="6364995"/>
            <a:ext cx="339864" cy="1943712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カギ線コネクタ 10">
            <a:extLst>
              <a:ext uri="{FF2B5EF4-FFF2-40B4-BE49-F238E27FC236}">
                <a16:creationId xmlns:a16="http://schemas.microsoft.com/office/drawing/2014/main" id="{307FC2F3-DEF5-284B-9F8B-F9070C0B6A48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rot="5400000">
            <a:off x="3922439" y="7705380"/>
            <a:ext cx="1103734" cy="26812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ABC7915-536C-1246-9083-107FDFA0E329}"/>
              </a:ext>
            </a:extLst>
          </p:cNvPr>
          <p:cNvSpPr/>
          <p:nvPr/>
        </p:nvSpPr>
        <p:spPr>
          <a:xfrm>
            <a:off x="2620966" y="3124507"/>
            <a:ext cx="3733492" cy="147680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Some function</a:t>
            </a:r>
          </a:p>
          <a:p>
            <a:pPr algn="ctr"/>
            <a:r>
              <a:rPr lang="en-US" altLang="ja-JP" dirty="0"/>
              <a:t>f: </a:t>
            </a:r>
            <a:r>
              <a:rPr lang="en-US" altLang="ja-JP" dirty="0" err="1"/>
              <a:t>SWx</a:t>
            </a:r>
            <a:r>
              <a:rPr lang="en-US" altLang="ja-JP" dirty="0"/>
              <a:t> metric </a:t>
            </a:r>
            <a:r>
              <a:rPr lang="en-US" altLang="ja-JP" dirty="0">
                <a:sym typeface="Wingdings" pitchFamily="2" charset="2"/>
              </a:rPr>
              <a:t> 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ym typeface="Wingdings" pitchFamily="2" charset="2"/>
              </a:rPr>
              <a:t>What should we use?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ym typeface="Wingdings" pitchFamily="2" charset="2"/>
              </a:rPr>
              <a:t>How to decide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ym typeface="Wingdings" pitchFamily="2" charset="2"/>
              </a:rPr>
              <a:t>Total ionizing dose  aging?</a:t>
            </a:r>
          </a:p>
        </p:txBody>
      </p: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D5A47863-6627-3F4A-8ADE-B209A5A9C12B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5400000">
            <a:off x="4257850" y="2894643"/>
            <a:ext cx="459727" cy="1"/>
          </a:xfrm>
          <a:prstGeom prst="bent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カギ線コネクタ 29">
            <a:extLst>
              <a:ext uri="{FF2B5EF4-FFF2-40B4-BE49-F238E27FC236}">
                <a16:creationId xmlns:a16="http://schemas.microsoft.com/office/drawing/2014/main" id="{CB5F7653-3561-FB4E-8FC2-6E4DC8637E20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rot="5400000">
            <a:off x="4219633" y="4869395"/>
            <a:ext cx="536159" cy="12700"/>
          </a:xfrm>
          <a:prstGeom prst="bent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7CCC962-BBCF-6E4A-9265-23CE6457819B}"/>
              </a:ext>
            </a:extLst>
          </p:cNvPr>
          <p:cNvSpPr/>
          <p:nvPr/>
        </p:nvSpPr>
        <p:spPr>
          <a:xfrm>
            <a:off x="3865399" y="9760126"/>
            <a:ext cx="1257327" cy="47113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year + 1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2E7FFCF-63AE-A04F-AF83-0D0A740D69DB}"/>
              </a:ext>
            </a:extLst>
          </p:cNvPr>
          <p:cNvSpPr txBox="1"/>
          <p:nvPr/>
        </p:nvSpPr>
        <p:spPr>
          <a:xfrm>
            <a:off x="4559029" y="10422195"/>
            <a:ext cx="226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If end year (30 years?)</a:t>
            </a:r>
            <a:endParaRPr kumimoji="1" lang="ja-JP" altLang="en-US"/>
          </a:p>
        </p:txBody>
      </p:sp>
      <p:cxnSp>
        <p:nvCxnSpPr>
          <p:cNvPr id="82" name="カギ線コネクタ 81">
            <a:extLst>
              <a:ext uri="{FF2B5EF4-FFF2-40B4-BE49-F238E27FC236}">
                <a16:creationId xmlns:a16="http://schemas.microsoft.com/office/drawing/2014/main" id="{E4DCB556-476D-CF45-9EB0-D5A6C7F09F95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078965" y="9378191"/>
            <a:ext cx="763870" cy="1"/>
          </a:xfrm>
          <a:prstGeom prst="bent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カギ線コネクタ 84">
            <a:extLst>
              <a:ext uri="{FF2B5EF4-FFF2-40B4-BE49-F238E27FC236}">
                <a16:creationId xmlns:a16="http://schemas.microsoft.com/office/drawing/2014/main" id="{B408BD6F-9DC9-CD4C-B048-43D2CD779FF5}"/>
              </a:ext>
            </a:extLst>
          </p:cNvPr>
          <p:cNvCxnSpPr>
            <a:cxnSpLocks/>
            <a:stCxn id="42" idx="2"/>
            <a:endCxn id="87" idx="0"/>
          </p:cNvCxnSpPr>
          <p:nvPr/>
        </p:nvCxnSpPr>
        <p:spPr>
          <a:xfrm rot="5400000">
            <a:off x="4049329" y="10675993"/>
            <a:ext cx="889468" cy="12700"/>
          </a:xfrm>
          <a:prstGeom prst="bent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BA14696A-9A8A-614F-A1A4-382382E1EC81}"/>
              </a:ext>
            </a:extLst>
          </p:cNvPr>
          <p:cNvSpPr/>
          <p:nvPr/>
        </p:nvSpPr>
        <p:spPr>
          <a:xfrm>
            <a:off x="3865399" y="11120727"/>
            <a:ext cx="1257327" cy="47113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stop</a:t>
            </a:r>
          </a:p>
        </p:txBody>
      </p:sp>
      <p:cxnSp>
        <p:nvCxnSpPr>
          <p:cNvPr id="91" name="カギ線コネクタ 90">
            <a:extLst>
              <a:ext uri="{FF2B5EF4-FFF2-40B4-BE49-F238E27FC236}">
                <a16:creationId xmlns:a16="http://schemas.microsoft.com/office/drawing/2014/main" id="{BA3EC819-6BA5-7949-9BCC-98C207C8653A}"/>
              </a:ext>
            </a:extLst>
          </p:cNvPr>
          <p:cNvCxnSpPr>
            <a:cxnSpLocks/>
            <a:stCxn id="52" idx="1"/>
            <a:endCxn id="4" idx="1"/>
          </p:cNvCxnSpPr>
          <p:nvPr/>
        </p:nvCxnSpPr>
        <p:spPr>
          <a:xfrm rot="10800000">
            <a:off x="1430501" y="1912417"/>
            <a:ext cx="3128529" cy="8694444"/>
          </a:xfrm>
          <a:prstGeom prst="bentConnector3">
            <a:avLst>
              <a:gd name="adj1" fmla="val 131752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D4A265B7-A7FA-9B4F-8AF2-BBBB7415C51A}"/>
              </a:ext>
            </a:extLst>
          </p:cNvPr>
          <p:cNvSpPr/>
          <p:nvPr/>
        </p:nvSpPr>
        <p:spPr>
          <a:xfrm>
            <a:off x="3877828" y="152762"/>
            <a:ext cx="1257327" cy="47113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Start</a:t>
            </a:r>
          </a:p>
        </p:txBody>
      </p:sp>
      <p:cxnSp>
        <p:nvCxnSpPr>
          <p:cNvPr id="99" name="カギ線コネクタ 98">
            <a:extLst>
              <a:ext uri="{FF2B5EF4-FFF2-40B4-BE49-F238E27FC236}">
                <a16:creationId xmlns:a16="http://schemas.microsoft.com/office/drawing/2014/main" id="{C2392843-99C2-1C4A-A4B7-0188F2C30DC8}"/>
              </a:ext>
            </a:extLst>
          </p:cNvPr>
          <p:cNvCxnSpPr>
            <a:cxnSpLocks/>
            <a:stCxn id="97" idx="2"/>
            <a:endCxn id="4" idx="0"/>
          </p:cNvCxnSpPr>
          <p:nvPr/>
        </p:nvCxnSpPr>
        <p:spPr>
          <a:xfrm rot="5400000">
            <a:off x="4229024" y="882585"/>
            <a:ext cx="536159" cy="18779"/>
          </a:xfrm>
          <a:prstGeom prst="bent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A513E4A0-0F2E-4D42-9B6C-8DEBE8B2BFF7}"/>
              </a:ext>
            </a:extLst>
          </p:cNvPr>
          <p:cNvSpPr txBox="1"/>
          <p:nvPr/>
        </p:nvSpPr>
        <p:spPr>
          <a:xfrm>
            <a:off x="7894466" y="8175540"/>
            <a:ext cx="39030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# of satellites in operation and in orbit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# of dead </a:t>
            </a:r>
            <a:r>
              <a:rPr kumimoji="1" lang="en-US" altLang="ja-JP" dirty="0" err="1"/>
              <a:t>sats</a:t>
            </a:r>
            <a:r>
              <a:rPr kumimoji="1" lang="en-US" altLang="ja-JP" dirty="0"/>
              <a:t> at each year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How to validate the results?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Compare # of decayed satellites with our prediction in the past?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Insurance claim? (e.g. </a:t>
            </a:r>
            <a:r>
              <a:rPr kumimoji="1" lang="en-US" altLang="ja-JP" dirty="0" err="1"/>
              <a:t>Manikowski</a:t>
            </a:r>
            <a:r>
              <a:rPr kumimoji="1" lang="en-US" altLang="ja-JP" dirty="0"/>
              <a:t> &amp; Weiss 2012)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57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151</Words>
  <Application>Microsoft Macintosh PowerPoint</Application>
  <PresentationFormat>ユーザー設定</PresentationFormat>
  <Paragraphs>29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関 大吉</dc:creator>
  <cp:lastModifiedBy>関 大吉</cp:lastModifiedBy>
  <cp:revision>12</cp:revision>
  <dcterms:created xsi:type="dcterms:W3CDTF">2019-09-17T12:34:26Z</dcterms:created>
  <dcterms:modified xsi:type="dcterms:W3CDTF">2019-09-17T13:35:15Z</dcterms:modified>
</cp:coreProperties>
</file>